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37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794"/>
  </p:normalViewPr>
  <p:slideViewPr>
    <p:cSldViewPr snapToGrid="0" showGuides="1">
      <p:cViewPr varScale="1">
        <p:scale>
          <a:sx n="101" d="100"/>
          <a:sy n="101" d="100"/>
        </p:scale>
        <p:origin x="90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40A6E-8081-3449-BE9E-BDA9E099E176}" type="datetimeFigureOut">
              <a:rPr lang="en-AT" smtClean="0"/>
              <a:t>07.03.26</a:t>
            </a:fld>
            <a:endParaRPr lang="en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145E2-C8C9-A94E-8214-DA273FC9888C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933531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 </a:t>
            </a:r>
            <a:r>
              <a:rPr lang="en-US" dirty="0" err="1"/>
              <a:t>nimmt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ganzes</a:t>
            </a:r>
            <a:r>
              <a:rPr lang="en-US" dirty="0"/>
              <a:t> </a:t>
            </a:r>
            <a:r>
              <a:rPr lang="en-US" dirty="0" err="1"/>
              <a:t>Volumen</a:t>
            </a:r>
            <a:r>
              <a:rPr lang="en-US" dirty="0"/>
              <a:t> alle </a:t>
            </a:r>
            <a:r>
              <a:rPr lang="en-US" dirty="0" err="1"/>
              <a:t>paar</a:t>
            </a:r>
            <a:r>
              <a:rPr lang="en-US" dirty="0"/>
              <a:t> </a:t>
            </a:r>
            <a:r>
              <a:rPr lang="en-US" dirty="0" err="1"/>
              <a:t>Sekunden</a:t>
            </a:r>
            <a:r>
              <a:rPr lang="en-US" dirty="0"/>
              <a:t> auf. So </a:t>
            </a:r>
            <a:r>
              <a:rPr lang="en-US" dirty="0" err="1"/>
              <a:t>entsteht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4-dimensionaler </a:t>
            </a:r>
            <a:r>
              <a:rPr lang="en-US" dirty="0" err="1"/>
              <a:t>Datensatz</a:t>
            </a:r>
            <a:r>
              <a:rPr lang="en-US" dirty="0"/>
              <a:t>, </a:t>
            </a:r>
            <a:r>
              <a:rPr lang="en-US" dirty="0" err="1"/>
              <a:t>mit</a:t>
            </a:r>
            <a:r>
              <a:rPr lang="en-US" dirty="0"/>
              <a:t> 3 </a:t>
            </a:r>
            <a:r>
              <a:rPr lang="en-US" dirty="0" err="1"/>
              <a:t>Gehirndmimensionen</a:t>
            </a:r>
            <a:r>
              <a:rPr lang="en-US" dirty="0"/>
              <a:t> und Zeit </a:t>
            </a:r>
            <a:r>
              <a:rPr lang="en-US" dirty="0" err="1"/>
              <a:t>als</a:t>
            </a:r>
            <a:r>
              <a:rPr lang="en-US" dirty="0"/>
              <a:t> 4. Dimension. </a:t>
            </a:r>
            <a:r>
              <a:rPr lang="en-US" dirty="0" err="1"/>
              <a:t>Jeder</a:t>
            </a:r>
            <a:r>
              <a:rPr lang="en-US" dirty="0"/>
              <a:t> Voxel hat also </a:t>
            </a:r>
            <a:r>
              <a:rPr lang="en-US" dirty="0" err="1"/>
              <a:t>einen</a:t>
            </a:r>
            <a:r>
              <a:rPr lang="en-US" dirty="0"/>
              <a:t> </a:t>
            </a:r>
            <a:r>
              <a:rPr lang="en-US" dirty="0" err="1"/>
              <a:t>gewissen</a:t>
            </a:r>
            <a:r>
              <a:rPr lang="en-US" dirty="0"/>
              <a:t> </a:t>
            </a:r>
            <a:r>
              <a:rPr lang="en-US" dirty="0" err="1"/>
              <a:t>zeitlichen</a:t>
            </a:r>
            <a:r>
              <a:rPr lang="en-US" dirty="0"/>
              <a:t> </a:t>
            </a:r>
            <a:r>
              <a:rPr lang="en-US" dirty="0" err="1"/>
              <a:t>Ablauf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A6E086-2C0B-8A4E-9EE7-478F9D228A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203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B90C1-44BA-4827-97D9-A09C9F6D2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97A2B5-791A-4920-8F6C-F4D856805D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B960C-B959-4824-BB36-41507A61A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D3FC-DA60-B643-832F-5395A88D17A4}" type="datetimeFigureOut">
              <a:rPr lang="en-AT" smtClean="0"/>
              <a:t>07.03.26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A3B01-DC99-4930-9B8F-5AFE2EF0F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E027B-079C-4479-9DC6-F4116A987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ABFF-50A7-FC4B-9120-CB713361054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045023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576FF-AD94-4918-8D88-145E3A3D7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5DF71-1CD5-4CAD-ADA2-01B05136E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10824-637E-4D6E-8443-C5265ADEB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D3FC-DA60-B643-832F-5395A88D17A4}" type="datetimeFigureOut">
              <a:rPr lang="en-AT" smtClean="0"/>
              <a:t>07.03.26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74391-2956-404C-A752-4C24206B3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C939E-784C-4B6C-B1E0-A0F39A079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ABFF-50A7-FC4B-9120-CB713361054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66083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B1D62-CB1E-4858-9902-8BA405111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005AC-3EFE-4499-BACC-A6171B35C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3E549-CA04-490E-B578-B5CF44272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D3FC-DA60-B643-832F-5395A88D17A4}" type="datetimeFigureOut">
              <a:rPr lang="en-AT" smtClean="0"/>
              <a:t>07.03.26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73141-E833-4848-BC61-5D0C2457A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13354-2E4D-4A98-81A6-E458DD30F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ABFF-50A7-FC4B-9120-CB713361054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51999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E5BCB-EFAD-4E89-A376-C94AC9CE8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BEB32-AF2C-4A4C-A32C-58487695DD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D77D2-16CB-4613-B8D8-24B6E1814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5F428-A054-48C4-BB70-655F247FE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D3FC-DA60-B643-832F-5395A88D17A4}" type="datetimeFigureOut">
              <a:rPr lang="en-AT" smtClean="0"/>
              <a:t>07.03.26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608BA-7EDF-481A-8246-A07DA1BBE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81F7D-449D-4D90-BD67-904821D8D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ABFF-50A7-FC4B-9120-CB713361054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82540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FB56A-010D-4E93-A2B4-292F070B3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6FB9F-A1CB-4479-BAA5-4889F575A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2A698-69F2-4DE4-8AC2-A1FE01AED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EEB5F9-6B1A-42F4-B9AD-82137AE0D1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AF45D9-263C-4872-A0E0-8928FC1C8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B8D217-4A71-4DF5-8652-F91405A3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D3FC-DA60-B643-832F-5395A88D17A4}" type="datetimeFigureOut">
              <a:rPr lang="en-AT" smtClean="0"/>
              <a:t>07.03.26</a:t>
            </a:fld>
            <a:endParaRPr lang="en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FD1EE1-1C4C-4969-A59B-5E9B8C9A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BC99CE-2AD9-4141-AC40-1F167AD0A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ABFF-50A7-FC4B-9120-CB713361054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274948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A752C-02F4-4917-9E64-DBE7236A5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28665F-F7D3-491B-8569-E2F58C6AA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D3FC-DA60-B643-832F-5395A88D17A4}" type="datetimeFigureOut">
              <a:rPr lang="en-AT" smtClean="0"/>
              <a:t>07.03.26</a:t>
            </a:fld>
            <a:endParaRPr lang="en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31A6A-7FC2-4D1C-9732-077C7C2C2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26519F-8D34-4689-8E4C-7A0F086E0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ABFF-50A7-FC4B-9120-CB713361054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673930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52A69C-8807-48AE-83A5-1CAFECD2C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D3FC-DA60-B643-832F-5395A88D17A4}" type="datetimeFigureOut">
              <a:rPr lang="en-AT" smtClean="0"/>
              <a:t>07.03.26</a:t>
            </a:fld>
            <a:endParaRPr lang="en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1A55EA-10C6-4774-89EA-D727780BA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95AF4-E5A4-46E3-88A1-F6402260B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ABFF-50A7-FC4B-9120-CB713361054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773017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DC69C-AC69-4865-AE20-F13B965D5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C8369-BAF9-4050-BCDC-BF32F5B83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A8CEFD-CDF0-4105-9816-C24D18745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DBC4B-17B3-4EE8-B124-0ADDCEE7B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D3FC-DA60-B643-832F-5395A88D17A4}" type="datetimeFigureOut">
              <a:rPr lang="en-AT" smtClean="0"/>
              <a:t>07.03.26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64148-3D01-41EC-A464-934CC3490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9FD8F-2501-4CF4-B184-749950D34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ABFF-50A7-FC4B-9120-CB713361054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28426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626AC-B7DB-4495-A31D-139930A9C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AC8E49-5B57-4570-91F3-94F1656F2C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E0CD1-83C4-4EAD-BDFC-BE6B6FE36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EEA48-E9EB-4657-A4FD-1F72195A2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D3FC-DA60-B643-832F-5395A88D17A4}" type="datetimeFigureOut">
              <a:rPr lang="en-AT" smtClean="0"/>
              <a:t>07.03.26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37040-B371-4CE0-8746-21F51AE4D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F82D48-C973-43FE-92B6-DDE8675BF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ABFF-50A7-FC4B-9120-CB713361054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140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95708-1A13-4032-8A15-FBDA95936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F0862-DAF0-431B-A557-B6718F32A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117BD-152E-49C6-8EB1-CD28C700A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D3FC-DA60-B643-832F-5395A88D17A4}" type="datetimeFigureOut">
              <a:rPr lang="en-AT" smtClean="0"/>
              <a:t>07.03.26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8B229-590B-43CB-B868-AFFD5B00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2802E-8201-4A4B-8FDB-6E83DF9E5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ABFF-50A7-FC4B-9120-CB713361054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29258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2D413A-15A1-4588-B3A8-8EDFBAA56D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76A518-BF28-459F-8F49-13557240CA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B2931-3FAC-4720-8879-14C25D99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D3FC-DA60-B643-832F-5395A88D17A4}" type="datetimeFigureOut">
              <a:rPr lang="en-AT" smtClean="0"/>
              <a:t>07.03.26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23E3B-6331-4538-B8BA-151548FD1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E7905-D05A-4416-9D60-12C81BF5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4ABFF-50A7-FC4B-9120-CB713361054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00392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988F9-4A3D-4D6B-9A21-10AF5397B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42AFD-C888-4D67-928D-D49BF9EF30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D4851-8351-45BF-B6A2-94D57FF833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00D3FC-DA60-B643-832F-5395A88D17A4}" type="datetimeFigureOut">
              <a:rPr lang="en-AT" smtClean="0"/>
              <a:t>07.03.26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175EF-EFB2-4A46-9318-01B3D013F8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4B12B-A2FA-4476-AD5C-5EE4688DA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4ABFF-50A7-FC4B-9120-CB7133610540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22140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4D </a:t>
            </a:r>
            <a:r>
              <a:rPr lang="en-US" dirty="0" err="1"/>
              <a:t>Datensatz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4220068" y="1398362"/>
            <a:ext cx="1625600" cy="1333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4372468" y="1550762"/>
            <a:ext cx="1625600" cy="1333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24868" y="1703162"/>
            <a:ext cx="1625600" cy="1333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677268" y="1855562"/>
            <a:ext cx="1625600" cy="13335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829668" y="2007962"/>
            <a:ext cx="1625600" cy="13335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982068" y="2160362"/>
            <a:ext cx="1625600" cy="13335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134468" y="2312762"/>
            <a:ext cx="1625600" cy="13335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86868" y="2465162"/>
            <a:ext cx="1625600" cy="13335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439268" y="2617562"/>
            <a:ext cx="1625600" cy="13335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91668" y="2769962"/>
            <a:ext cx="1625600" cy="13335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744068" y="2922362"/>
            <a:ext cx="1625600" cy="13335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896468" y="3074762"/>
            <a:ext cx="1625600" cy="1333500"/>
          </a:xfrm>
          <a:prstGeom prst="rect">
            <a:avLst/>
          </a:prstGeom>
        </p:spPr>
      </p:pic>
      <p:cxnSp>
        <p:nvCxnSpPr>
          <p:cNvPr id="24" name="Straight Arrow Connector 23"/>
          <p:cNvCxnSpPr/>
          <p:nvPr/>
        </p:nvCxnSpPr>
        <p:spPr>
          <a:xfrm>
            <a:off x="4163368" y="2777222"/>
            <a:ext cx="1676400" cy="16764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92528" y="3046622"/>
            <a:ext cx="443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3D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7522068" y="3091982"/>
            <a:ext cx="445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7358328" y="2933702"/>
            <a:ext cx="598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8035745" y="2899682"/>
            <a:ext cx="0" cy="25536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61398" y="2793542"/>
            <a:ext cx="2071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Repetition time (TR)</a:t>
            </a:r>
          </a:p>
        </p:txBody>
      </p:sp>
      <p:sp>
        <p:nvSpPr>
          <p:cNvPr id="39" name="Cube 38"/>
          <p:cNvSpPr/>
          <p:nvPr/>
        </p:nvSpPr>
        <p:spPr>
          <a:xfrm flipH="1">
            <a:off x="5998068" y="3646262"/>
            <a:ext cx="152400" cy="152400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9D1262-696C-60A1-0F51-8CA742AA6ACC}"/>
              </a:ext>
            </a:extLst>
          </p:cNvPr>
          <p:cNvSpPr txBox="1"/>
          <p:nvPr/>
        </p:nvSpPr>
        <p:spPr>
          <a:xfrm>
            <a:off x="2181574" y="2381122"/>
            <a:ext cx="91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discard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A86A42-AC4F-4A67-98A1-6A4A6C827527}"/>
              </a:ext>
            </a:extLst>
          </p:cNvPr>
          <p:cNvSpPr txBox="1"/>
          <p:nvPr/>
        </p:nvSpPr>
        <p:spPr>
          <a:xfrm>
            <a:off x="815825" y="2725326"/>
            <a:ext cx="2721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</a:t>
            </a:r>
            <a:r>
              <a:rPr lang="en-AT" dirty="0"/>
              <a:t>rigger to the stimulus PC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F5376F-B4D0-BE18-D7AA-A88658C45B81}"/>
              </a:ext>
            </a:extLst>
          </p:cNvPr>
          <p:cNvSpPr txBox="1"/>
          <p:nvPr/>
        </p:nvSpPr>
        <p:spPr>
          <a:xfrm>
            <a:off x="2333974" y="2533522"/>
            <a:ext cx="91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discard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9455C06-1FD2-AE79-D2EF-5313DD938C78}"/>
              </a:ext>
            </a:extLst>
          </p:cNvPr>
          <p:cNvCxnSpPr>
            <a:cxnSpLocks/>
          </p:cNvCxnSpPr>
          <p:nvPr/>
        </p:nvCxnSpPr>
        <p:spPr>
          <a:xfrm flipH="1">
            <a:off x="3153268" y="2577754"/>
            <a:ext cx="1036657" cy="170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C4521AA-D04F-AB4F-AF30-AE67F39CAF9F}"/>
              </a:ext>
            </a:extLst>
          </p:cNvPr>
          <p:cNvCxnSpPr>
            <a:cxnSpLocks/>
          </p:cNvCxnSpPr>
          <p:nvPr/>
        </p:nvCxnSpPr>
        <p:spPr>
          <a:xfrm flipH="1">
            <a:off x="3305668" y="2730154"/>
            <a:ext cx="1036657" cy="170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80DE57B-2110-7BC5-8A63-2E185498A640}"/>
              </a:ext>
            </a:extLst>
          </p:cNvPr>
          <p:cNvCxnSpPr>
            <a:cxnSpLocks/>
          </p:cNvCxnSpPr>
          <p:nvPr/>
        </p:nvCxnSpPr>
        <p:spPr>
          <a:xfrm flipH="1">
            <a:off x="3458068" y="2882554"/>
            <a:ext cx="1036657" cy="170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Left Brace 28">
            <a:extLst>
              <a:ext uri="{FF2B5EF4-FFF2-40B4-BE49-F238E27FC236}">
                <a16:creationId xmlns:a16="http://schemas.microsoft.com/office/drawing/2014/main" id="{901C19B4-2A28-EAE8-6233-1189B0248E47}"/>
              </a:ext>
            </a:extLst>
          </p:cNvPr>
          <p:cNvSpPr/>
          <p:nvPr/>
        </p:nvSpPr>
        <p:spPr>
          <a:xfrm rot="18873216">
            <a:off x="4821177" y="2905848"/>
            <a:ext cx="277099" cy="1975991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T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EDACEC-3BF3-9652-C0B3-C01E70148B03}"/>
              </a:ext>
            </a:extLst>
          </p:cNvPr>
          <p:cNvSpPr txBox="1"/>
          <p:nvPr/>
        </p:nvSpPr>
        <p:spPr>
          <a:xfrm>
            <a:off x="2304093" y="3667631"/>
            <a:ext cx="2573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A</a:t>
            </a:r>
            <a:r>
              <a:rPr lang="en-AT" dirty="0"/>
              <a:t>ctual number of volumes counted by the scanner</a:t>
            </a:r>
          </a:p>
        </p:txBody>
      </p:sp>
    </p:spTree>
    <p:extLst>
      <p:ext uri="{BB962C8B-B14F-4D97-AF65-F5344CB8AC3E}">
        <p14:creationId xmlns:p14="http://schemas.microsoft.com/office/powerpoint/2010/main" val="732234022"/>
      </p:ext>
    </p:extLst>
  </p:cSld>
  <p:clrMapOvr>
    <a:masterClrMapping/>
  </p:clrMapOvr>
</p:sld>
</file>

<file path=ppt/theme/theme1.xml><?xml version="1.0" encoding="utf-8"?>
<a:theme xmlns:a="http://schemas.openxmlformats.org/drawingml/2006/main" name="ANL_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atalia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L_ppt" id="{6ADB1749-68F9-FF4A-BD95-6C48B44D0022}" vid="{0E7BE190-A9B8-7C4F-A14E-A4A86A498D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ANL_ppt</Template>
  <TotalTime>8</TotalTime>
  <Words>61</Words>
  <Application>Microsoft Macintosh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Nova Light</vt:lpstr>
      <vt:lpstr>Calibri</vt:lpstr>
      <vt:lpstr>ANL_ppt</vt:lpstr>
      <vt:lpstr>4D Datensatz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4D Datensatz</dc:title>
  <dc:creator>Zaretskaya, Natalia (natalia.zaretskaya@uni-graz.at)</dc:creator>
  <cp:lastModifiedBy>Zaretskaya, Natalia (natalia.zaretskaya@uni-graz.at)</cp:lastModifiedBy>
  <cp:revision>1</cp:revision>
  <dcterms:created xsi:type="dcterms:W3CDTF">2026-03-07T18:30:34Z</dcterms:created>
  <dcterms:modified xsi:type="dcterms:W3CDTF">2026-03-07T18:39:26Z</dcterms:modified>
</cp:coreProperties>
</file>